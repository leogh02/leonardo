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60" r:id="rId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3461C250-A30C-4AAD-84AE-70F96CCFDBFE}">
          <p14:sldIdLst/>
        </p14:section>
        <p14:section name="Sezione senza titolo" id="{7EDB0E5B-F2DF-4BAB-A630-CCBC6EB500F9}">
          <p14:sldIdLst>
            <p14:sldId id="259"/>
            <p14:sldId id="257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CDCD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C6BE1D-C515-226A-811B-EB76CF0A72FA}" v="2" dt="2023-11-08T14:05:53.256"/>
    <p1510:client id="{19856AAE-FFE1-DB8F-8640-6151F7BC913E}" v="7" dt="2023-11-08T14:10:20.926"/>
    <p1510:client id="{8599D6DA-1EC3-7FAE-9BCC-3854D634F85C}" v="1" dt="2023-11-08T14:14:28.391"/>
    <p1510:client id="{BF7A8BD1-51B1-9061-3EC4-DAB68B0A2420}" v="1331" dt="2023-11-08T19:47:26.9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01A417-1255-C0EE-8F79-4AEEC42E2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E881940-57F4-5D63-5DAC-0CB60716F2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0E91B3A-C1F2-40D3-99CE-47EEE694B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B8F05-5415-4AA2-9295-FAB5715D0026}" type="datetimeFigureOut">
              <a:rPr lang="it-IT" smtClean="0"/>
              <a:t>08/11/2023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6A83BF9-B0B3-FCEC-29C8-C0657DEEF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2FD42E9-F57C-F93F-0FA8-79BCCE955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A6EC8-A104-4CA1-BB18-7B2381F8A64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9340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783FAA-0862-E943-4679-B1D7445D3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5B50A68-813C-C3C1-01C4-B37AA8FDF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AFBF08-878D-5C26-8300-49FFA229B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B8F05-5415-4AA2-9295-FAB5715D0026}" type="datetimeFigureOut">
              <a:rPr lang="it-IT" smtClean="0"/>
              <a:t>08/11/2023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378413-9B7A-05EF-BCAD-CAB4DE62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23B4024-59C0-695E-E918-1EC14EBB2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A6EC8-A104-4CA1-BB18-7B2381F8A64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52301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F313342-923E-E228-4DA3-B39C0697B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A97446C-041E-2067-FD92-B6653497A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39BB2FC-5196-77F9-0043-AB05F5E1A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B8F05-5415-4AA2-9295-FAB5715D0026}" type="datetimeFigureOut">
              <a:rPr lang="it-IT" smtClean="0"/>
              <a:t>08/11/2023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EBF8E6F-C775-4778-5057-98866A808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84E881-55F5-95F3-9A1D-4699D230C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A6EC8-A104-4CA1-BB18-7B2381F8A64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2347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6FB9CA-8FFB-E195-70B7-AB484E13B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F207BEF-B1DD-3623-071A-8FF2966CC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91B97F7-19E4-1910-FEEB-5EB559FED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C81A7C4-800F-1070-88E6-CC69D29DE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B8F05-5415-4AA2-9295-FAB5715D0026}" type="datetimeFigureOut">
              <a:rPr lang="it-IT" smtClean="0"/>
              <a:t>08/11/2023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93CF7D7-E89F-63EF-94CA-69CF60600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DBF2714-C9A3-2CB9-D1AD-B11518D92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A6EC8-A104-4CA1-BB18-7B2381F8A64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823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16D49D-6522-0D89-8DEC-F06A86DB0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374AD62-0E78-598A-3AA8-443BFB161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0A742C8-05BF-CB1A-B153-3AF5E9CFBE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2E05C61-3485-AC1E-E4A5-A67A1784D7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30BB93C-D1B7-9767-F2E1-69B17A9E44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457C8BB-BA23-5330-9F50-F4740CA29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B8F05-5415-4AA2-9295-FAB5715D0026}" type="datetimeFigureOut">
              <a:rPr lang="it-IT" smtClean="0"/>
              <a:t>08/11/2023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4723251F-EC4D-E691-947C-965C29DA3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D7093BA-8532-FA54-8AF7-51FB686E7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A6EC8-A104-4CA1-BB18-7B2381F8A64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2963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85DF15-1AA3-6996-94D8-C8FE91626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7A99F65-F53B-343F-0AF6-3F74E0950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B8F05-5415-4AA2-9295-FAB5715D0026}" type="datetimeFigureOut">
              <a:rPr lang="it-IT" smtClean="0"/>
              <a:t>08/11/2023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0EF7636-94B0-0877-B6D2-80FC00563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C50A4F6-6525-CBC9-5C3A-EE5E4A0F4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A6EC8-A104-4CA1-BB18-7B2381F8A64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1680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0B442A7F-4691-F6B1-74FF-81D158B64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B8F05-5415-4AA2-9295-FAB5715D0026}" type="datetimeFigureOut">
              <a:rPr lang="it-IT" smtClean="0"/>
              <a:t>08/11/2023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B29CD4E-21FE-1F45-B590-6C8500229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3AD7A8D-B82A-BA0B-94B0-E56C52F18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A6EC8-A104-4CA1-BB18-7B2381F8A64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5844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E20DCC-A3DA-D81C-309F-43C2D1F8B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0E40875-8F0B-0353-7A87-D9A57E5A5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7469695-1DAE-6BC4-70CE-E33141130F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0D26DD0-F986-0BF4-6464-D685DE0CC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B8F05-5415-4AA2-9295-FAB5715D0026}" type="datetimeFigureOut">
              <a:rPr lang="it-IT" smtClean="0"/>
              <a:t>08/11/2023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D23DF64-5F7D-19DA-0D4F-88DE183E9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05442D7-E8EE-F05D-529C-7F793C90E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A6EC8-A104-4CA1-BB18-7B2381F8A64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3883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37FD73-C5BE-0E96-5AFD-860B09E81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EBA97FF7-0993-4A17-6C4E-A657B96AC2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A7613B9-A9B5-3120-30B9-835ABA70D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6C17DEE-F5D5-BA3B-93DE-E5AB0A774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B8F05-5415-4AA2-9295-FAB5715D0026}" type="datetimeFigureOut">
              <a:rPr lang="it-IT" smtClean="0"/>
              <a:t>08/11/2023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6723B94-A854-FBF7-0515-1CF345C47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9481F37-FAB9-6163-4B87-89F18381B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A6EC8-A104-4CA1-BB18-7B2381F8A64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6196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64490D-8901-400F-6121-73BB8FD37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270BBEA-7329-1C43-8CB3-58CAD79E6C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AE4DDCC-0094-3110-10A0-A157F62FA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B8F05-5415-4AA2-9295-FAB5715D0026}" type="datetimeFigureOut">
              <a:rPr lang="it-IT" smtClean="0"/>
              <a:t>08/11/2023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F74537A-CDFC-BE59-8CDD-31F710E77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56ED2FA-3419-56B4-DC6F-A0459CA03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A6EC8-A104-4CA1-BB18-7B2381F8A64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23230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A95529A-204B-BDB6-387F-4A4ED7E89F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37490B9-39F8-D372-7B87-03FD5DCFC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5039458-076E-16BD-8389-C574F88F6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B8F05-5415-4AA2-9295-FAB5715D0026}" type="datetimeFigureOut">
              <a:rPr lang="it-IT" smtClean="0"/>
              <a:t>08/11/2023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C6242D2-724E-5D7D-0A71-B32CD525A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75B09FB-2E1F-A48D-DC74-30A3F61CC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A6EC8-A104-4CA1-BB18-7B2381F8A64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6288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84896FA-AEB8-20AF-0BFE-F9A797660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59E64D2-3B36-76AD-368F-EB8FF0EB5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DD3C2DE-2190-A642-D78F-CD2244A583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9B8F05-5415-4AA2-9295-FAB5715D0026}" type="datetimeFigureOut">
              <a:rPr lang="it-IT" smtClean="0"/>
              <a:t>08/11/2023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8204EA0-D09C-C787-52C0-BFC1A5E04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542109B-80F3-38AC-9B3B-E426DD958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BA6EC8-A104-4CA1-BB18-7B2381F8A64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68118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B05615-EA53-C377-16C7-24CE5A6C2A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649" r="32409"/>
          <a:stretch/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DEE5684-2AD8-4055-3482-E0084BAAF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222" y="154722"/>
            <a:ext cx="5789559" cy="1909707"/>
          </a:xfrm>
        </p:spPr>
        <p:txBody>
          <a:bodyPr anchor="ctr">
            <a:normAutofit fontScale="90000"/>
          </a:bodyPr>
          <a:lstStyle/>
          <a:p>
            <a:r>
              <a:rPr lang="it-IT" sz="4800" i="1" dirty="0">
                <a:latin typeface="Verdana Pro Black"/>
              </a:rPr>
              <a:t>ALM CLOTHES</a:t>
            </a:r>
            <a:br>
              <a:rPr lang="it-IT" sz="4000" i="1" dirty="0">
                <a:latin typeface="Verdana Pro Black"/>
              </a:rPr>
            </a:br>
            <a:br>
              <a:rPr lang="it-IT" sz="2800" dirty="0"/>
            </a:br>
            <a:r>
              <a:rPr lang="it-IT" sz="1800" i="1" dirty="0">
                <a:latin typeface="Verdana Pro Black"/>
              </a:rPr>
              <a:t>CLICK IT, </a:t>
            </a:r>
            <a:br>
              <a:rPr lang="it-IT" sz="1800" i="1" dirty="0">
                <a:latin typeface="Verdana Pro Black"/>
              </a:rPr>
            </a:br>
            <a:r>
              <a:rPr lang="it-IT" sz="1800" i="1" dirty="0">
                <a:latin typeface="Verdana Pro Black"/>
              </a:rPr>
              <a:t>WEAR IT.</a:t>
            </a:r>
            <a:br>
              <a:rPr lang="it-IT" sz="2800" dirty="0">
                <a:latin typeface="Verdana Pro"/>
              </a:rPr>
            </a:br>
            <a:endParaRPr lang="it-IT" sz="2800">
              <a:latin typeface="Verdana Pro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0403C9A-20A9-3DAB-EBD0-9998593EE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2000" dirty="0"/>
              <a:t>Proponenti:</a:t>
            </a:r>
            <a:endParaRPr lang="it-IT" sz="2000" dirty="0">
              <a:cs typeface="Calibri"/>
            </a:endParaRPr>
          </a:p>
          <a:p>
            <a:r>
              <a:rPr lang="it-IT" sz="2000" dirty="0"/>
              <a:t>Campana Leonardo              012/2568</a:t>
            </a:r>
            <a:endParaRPr lang="it-IT" sz="2000" dirty="0">
              <a:cs typeface="Calibri"/>
            </a:endParaRPr>
          </a:p>
          <a:p>
            <a:r>
              <a:rPr lang="it-IT" sz="2000" dirty="0"/>
              <a:t>Guastaferro Adriano             012/2990</a:t>
            </a:r>
            <a:endParaRPr lang="it-IT" sz="2000" dirty="0">
              <a:cs typeface="Calibri"/>
            </a:endParaRPr>
          </a:p>
          <a:p>
            <a:r>
              <a:rPr lang="it-IT" sz="2000" dirty="0"/>
              <a:t>Farinato Marco                      012/2621</a:t>
            </a:r>
            <a:endParaRPr lang="it-IT" sz="20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67148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rsone al tavolo della riunione">
            <a:extLst>
              <a:ext uri="{FF2B5EF4-FFF2-40B4-BE49-F238E27FC236}">
                <a16:creationId xmlns:a16="http://schemas.microsoft.com/office/drawing/2014/main" id="{F040361B-529F-E6AA-6A35-3492CF0B7C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328" r="29730"/>
          <a:stretch/>
        </p:blipFill>
        <p:spPr>
          <a:xfrm>
            <a:off x="6090327" y="10"/>
            <a:ext cx="61016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C48FB6F-F65B-BD4F-F1F0-061B4658C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it-IT" sz="4000" i="1" dirty="0">
                <a:latin typeface="Verdana Pro Black"/>
              </a:rPr>
              <a:t>CHALLENGE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15E21B5-E807-2A32-EC6F-3B2E3887D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222" y="2523982"/>
            <a:ext cx="4659756" cy="66034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2000" dirty="0"/>
              <a:t>Creazione di una web app per la gestione di un e-commerce di vestiti.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6EB87E-7156-D953-A95C-CBEC2FE8A3F1}"/>
              </a:ext>
            </a:extLst>
          </p:cNvPr>
          <p:cNvSpPr txBox="1"/>
          <p:nvPr/>
        </p:nvSpPr>
        <p:spPr>
          <a:xfrm>
            <a:off x="414420" y="624305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i="1" dirty="0">
                <a:latin typeface="Verdana Pro Black"/>
                <a:cs typeface="Calibri"/>
              </a:rPr>
              <a:t>PREVIEW </a:t>
            </a:r>
            <a:endParaRPr lang="en-US"/>
          </a:p>
        </p:txBody>
      </p:sp>
      <p:pic>
        <p:nvPicPr>
          <p:cNvPr id="7" name="Graphic 6" descr="Freccia a destra con riempimento a tinta unita">
            <a:extLst>
              <a:ext uri="{FF2B5EF4-FFF2-40B4-BE49-F238E27FC236}">
                <a16:creationId xmlns:a16="http://schemas.microsoft.com/office/drawing/2014/main" id="{BA527C42-D36F-5FA9-5228-3DF1526FCC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76905" y="6046537"/>
            <a:ext cx="740611" cy="74061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3C8905-D51C-5253-52D9-AD2C1997F470}"/>
              </a:ext>
            </a:extLst>
          </p:cNvPr>
          <p:cNvSpPr/>
          <p:nvPr/>
        </p:nvSpPr>
        <p:spPr>
          <a:xfrm>
            <a:off x="6095999" y="0"/>
            <a:ext cx="6096001" cy="68579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CEA7857-9EB6-005B-DEC5-4A76C9776E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5939" y="155073"/>
            <a:ext cx="4970965" cy="35934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D1922F2-FC39-F80F-9EBD-2AE75662AF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54" y="2842127"/>
            <a:ext cx="5091280" cy="35934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22546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 descr="Utente con riempimento a tinta unita">
            <a:extLst>
              <a:ext uri="{FF2B5EF4-FFF2-40B4-BE49-F238E27FC236}">
                <a16:creationId xmlns:a16="http://schemas.microsoft.com/office/drawing/2014/main" id="{BA3F3921-AFF4-D454-F4C9-5F3560CEA2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905" y="1634958"/>
            <a:ext cx="914400" cy="914400"/>
          </a:xfrm>
          <a:prstGeom prst="rect">
            <a:avLst/>
          </a:prstGeom>
        </p:spPr>
      </p:pic>
      <p:pic>
        <p:nvPicPr>
          <p:cNvPr id="7" name="Graphic 6" descr="Valutazione 3 stella con riempimento a tinta unita">
            <a:extLst>
              <a:ext uri="{FF2B5EF4-FFF2-40B4-BE49-F238E27FC236}">
                <a16:creationId xmlns:a16="http://schemas.microsoft.com/office/drawing/2014/main" id="{9D672888-AF50-9E2A-F507-4D2957981A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9537" y="2704432"/>
            <a:ext cx="914400" cy="914400"/>
          </a:xfrm>
          <a:prstGeom prst="rect">
            <a:avLst/>
          </a:prstGeom>
        </p:spPr>
      </p:pic>
      <p:pic>
        <p:nvPicPr>
          <p:cNvPr id="8" name="Graphic 7" descr="Filtro con riempimento a tinta unita">
            <a:extLst>
              <a:ext uri="{FF2B5EF4-FFF2-40B4-BE49-F238E27FC236}">
                <a16:creationId xmlns:a16="http://schemas.microsoft.com/office/drawing/2014/main" id="{C9917583-2354-A1C5-68D0-4D4E248636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9537" y="4001168"/>
            <a:ext cx="914400" cy="914400"/>
          </a:xfrm>
          <a:prstGeom prst="rect">
            <a:avLst/>
          </a:prstGeom>
        </p:spPr>
      </p:pic>
      <p:pic>
        <p:nvPicPr>
          <p:cNvPr id="9" name="Graphic 8" descr="Appunti selezionati contorno">
            <a:extLst>
              <a:ext uri="{FF2B5EF4-FFF2-40B4-BE49-F238E27FC236}">
                <a16:creationId xmlns:a16="http://schemas.microsoft.com/office/drawing/2014/main" id="{50C7335F-2318-749A-0EB0-95B070F511F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9537" y="5231063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0853E76-E792-313A-93FD-06DFE3B6A3B0}"/>
              </a:ext>
            </a:extLst>
          </p:cNvPr>
          <p:cNvSpPr txBox="1"/>
          <p:nvPr/>
        </p:nvSpPr>
        <p:spPr>
          <a:xfrm>
            <a:off x="1884946" y="1711158"/>
            <a:ext cx="6954252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dirty="0">
                <a:solidFill>
                  <a:srgbClr val="444444"/>
                </a:solidFill>
                <a:cs typeface="Calibri"/>
              </a:rPr>
              <a:t> Fornire un’esperienza utente intuitiva. </a:t>
            </a:r>
            <a:endParaRPr lang="en-US" sz="2400" dirty="0">
              <a:solidFill>
                <a:srgbClr val="444444"/>
              </a:solidFill>
              <a:cs typeface="Calibri"/>
            </a:endParaRPr>
          </a:p>
          <a:p>
            <a:endParaRPr lang="it-IT" sz="2400" dirty="0">
              <a:solidFill>
                <a:srgbClr val="444444"/>
              </a:solidFill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8CB6EE-2AE1-E2A5-A4BE-79AD7868CF9C}"/>
              </a:ext>
            </a:extLst>
          </p:cNvPr>
          <p:cNvSpPr txBox="1"/>
          <p:nvPr/>
        </p:nvSpPr>
        <p:spPr>
          <a:xfrm>
            <a:off x="1983874" y="3026611"/>
            <a:ext cx="9788356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dirty="0" err="1">
                <a:solidFill>
                  <a:srgbClr val="444444"/>
                </a:solidFill>
                <a:cs typeface="Calibri"/>
              </a:rPr>
              <a:t>Implementanzione</a:t>
            </a:r>
            <a:r>
              <a:rPr lang="it-IT" sz="2400" dirty="0">
                <a:solidFill>
                  <a:srgbClr val="444444"/>
                </a:solidFill>
                <a:cs typeface="Calibri"/>
              </a:rPr>
              <a:t> del sistema delle recensioni e degli articoli più comprati.</a:t>
            </a:r>
          </a:p>
          <a:p>
            <a:endParaRPr lang="en-US" sz="1100" dirty="0">
              <a:solidFill>
                <a:srgbClr val="444444"/>
              </a:solidFill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BF9E18-E2ED-40AF-A831-7BEB162767D1}"/>
              </a:ext>
            </a:extLst>
          </p:cNvPr>
          <p:cNvSpPr txBox="1"/>
          <p:nvPr/>
        </p:nvSpPr>
        <p:spPr>
          <a:xfrm>
            <a:off x="1983873" y="4323347"/>
            <a:ext cx="6606673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dirty="0">
                <a:solidFill>
                  <a:srgbClr val="444444"/>
                </a:solidFill>
                <a:cs typeface="Calibri"/>
              </a:rPr>
              <a:t>Implementazione di Filtri per una ricerca avanzata.</a:t>
            </a:r>
            <a:endParaRPr lang="en-US" sz="2400" dirty="0">
              <a:solidFill>
                <a:srgbClr val="444444"/>
              </a:solidFill>
              <a:cs typeface="Calibri"/>
            </a:endParaRPr>
          </a:p>
          <a:p>
            <a:endParaRPr lang="en-US" sz="1100" dirty="0">
              <a:solidFill>
                <a:srgbClr val="444444"/>
              </a:solidFill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E32B8B-633A-0D77-B9F3-22A36BF488C1}"/>
              </a:ext>
            </a:extLst>
          </p:cNvPr>
          <p:cNvSpPr txBox="1"/>
          <p:nvPr/>
        </p:nvSpPr>
        <p:spPr>
          <a:xfrm>
            <a:off x="1983874" y="5553242"/>
            <a:ext cx="7301830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dirty="0">
                <a:solidFill>
                  <a:srgbClr val="444444"/>
                </a:solidFill>
                <a:cs typeface="Calibri"/>
              </a:rPr>
              <a:t>Fornire un ampio catalogo di articoli.</a:t>
            </a:r>
          </a:p>
          <a:p>
            <a:endParaRPr lang="en-US" sz="1100" dirty="0">
              <a:solidFill>
                <a:srgbClr val="444444"/>
              </a:solidFill>
              <a:cs typeface="Arial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A9AFBD-3CC1-600D-2A03-D9A45A2DB5EA}"/>
              </a:ext>
            </a:extLst>
          </p:cNvPr>
          <p:cNvSpPr/>
          <p:nvPr/>
        </p:nvSpPr>
        <p:spPr>
          <a:xfrm>
            <a:off x="360946" y="160420"/>
            <a:ext cx="11483473" cy="10962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B5C470-B6C2-6BAC-B898-73291A104217}"/>
              </a:ext>
            </a:extLst>
          </p:cNvPr>
          <p:cNvSpPr txBox="1"/>
          <p:nvPr/>
        </p:nvSpPr>
        <p:spPr>
          <a:xfrm>
            <a:off x="855579" y="521368"/>
            <a:ext cx="1076425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i="1" dirty="0">
                <a:latin typeface="Verdana Pro Black"/>
                <a:cs typeface="Calibri"/>
              </a:rPr>
              <a:t>OBIETTIVI PRINCIPALI</a:t>
            </a:r>
            <a:endParaRPr lang="en-US" sz="3200" i="1" dirty="0">
              <a:latin typeface="Verdana Pro Black"/>
            </a:endParaRPr>
          </a:p>
        </p:txBody>
      </p:sp>
    </p:spTree>
    <p:extLst>
      <p:ext uri="{BB962C8B-B14F-4D97-AF65-F5344CB8AC3E}">
        <p14:creationId xmlns:p14="http://schemas.microsoft.com/office/powerpoint/2010/main" val="18554346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Tema di Office</vt:lpstr>
      <vt:lpstr>ALM CLOTHES  CLICK IT,  WEAR IT. </vt:lpstr>
      <vt:lpstr>CHALLENGE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ALM CLOTHES Il tuo stile, la tua scelta. Scopri la moda che fa per te </dc:title>
  <dc:creator>Marco Farinato</dc:creator>
  <cp:lastModifiedBy>Marco Farinato</cp:lastModifiedBy>
  <cp:revision>428</cp:revision>
  <dcterms:created xsi:type="dcterms:W3CDTF">2023-11-08T13:38:46Z</dcterms:created>
  <dcterms:modified xsi:type="dcterms:W3CDTF">2023-11-08T19:49:39Z</dcterms:modified>
</cp:coreProperties>
</file>